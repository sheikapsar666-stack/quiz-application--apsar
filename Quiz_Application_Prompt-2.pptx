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Quiz Application Prompt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Objective</a:t>
            </a:r>
          </a:p>
          <a:p>
            <a:r>
              <a:t>Features</a:t>
            </a:r>
          </a:p>
          <a:p>
            <a:r>
              <a:t>Technology</a:t>
            </a:r>
          </a:p>
          <a:p>
            <a:r>
              <a:t>UI</a:t>
            </a:r>
          </a:p>
          <a:p>
            <a:r>
              <a:t>Bonus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 an interactive quiz app</a:t>
            </a:r>
          </a:p>
          <a:p>
            <a:r>
              <a:t>MCQ based</a:t>
            </a:r>
          </a:p>
          <a:p>
            <a:r>
              <a:t>Score calculation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MCQs</a:t>
            </a:r>
          </a:p>
          <a:p>
            <a:r>
              <a:t>Timer</a:t>
            </a:r>
          </a:p>
          <a:p>
            <a:r>
              <a:t>Score</a:t>
            </a:r>
          </a:p>
          <a:p>
            <a:r>
              <a:t>Restart quiz</a:t>
            </a:r>
          </a:p>
          <a:p>
            <a:r>
              <a:t>Answer review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Quiz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5-10 Questions</a:t>
            </a:r>
          </a:p>
          <a:p>
            <a:r>
              <a:t>AI / ML / Python</a:t>
            </a:r>
          </a:p>
          <a:p>
            <a:r>
              <a:t>Beginner level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HTML, CSS, JS</a:t>
            </a:r>
          </a:p>
          <a:p>
            <a:r>
              <a:t>OR</a:t>
            </a:r>
          </a:p>
          <a:p>
            <a:r>
              <a:t>Python (Tkinter/Streamlit)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UI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Simple UI</a:t>
            </a:r>
          </a:p>
          <a:p>
            <a:r>
              <a:t>Progress indicator</a:t>
            </a:r>
          </a:p>
          <a:p>
            <a:r>
              <a:t>Responsive design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Bonus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Random questions</a:t>
            </a:r>
          </a:p>
          <a:p>
            <a:r>
              <a:t>Local storage</a:t>
            </a:r>
          </a:p>
          <a:p>
            <a:r>
              <a:t>Animations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